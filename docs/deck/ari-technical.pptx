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B1B1B"/>
                </a:solidFill>
                <a:latin typeface="Calibri"/>
              </a:rPr>
              <a:t>ARI: method, measurements, and what did not survive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Calibri"/>
              </a:rPr>
              <a:t>Technical appendix. Every figure is generated from the results JSON.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Reports are Ed25519-signed. Verification is independent of our SDK. Slide 2 lists statements superseded by the 2026-09-16 audit.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READ FIRST: 2026-09-16 REPOSITORY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Superseded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1B1B"/>
                </a:solidFill>
                <a:latin typeface="Calibri"/>
              </a:rPr>
              <a:t>This deck is a historical presentation artifact, regenerated from the experiment JSON on 2026-09-16. It is not maintained scientific evidence. Use the paper and docs/REPOSITORY_AUDIT.md for current claims.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1543A"/>
                </a:solidFill>
                <a:latin typeface="Calibri"/>
              </a:rPr>
              <a:t>ARI-E slides: the harness-effect numbers come from an earlier estimator and a partial trajectory export. The paper withholds them pending a rerun.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1543A"/>
                </a:solidFill>
                <a:latin typeface="Calibri"/>
              </a:rPr>
              <a:t>Self-hosted `time` cells were immediate repeats, not captures after a gap greater than 24 hours. The self-hosted comparable core is incomplete.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A nonsignificant Recall@10 difference is not equivalence. Ranked result lists did change under the same conditions.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'Early warning' means a changed code at a step whose token did not change. It is not a validated predictor of later failure.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TF32 and kernel-selection mechanism statements are consistent with the data but were not established by profiling.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Decoding disagreement rates labelled H-bar are packed-byte rates, not bit or coordinate rates.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6E6E6E"/>
                </a:solidFill>
                <a:latin typeface="Calibri"/>
              </a:rPr>
              <a:t>Index of superseded statements: docs/RETIRED_CLAIMS.md.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INSTRUMENT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What SEMQ is, and what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SEMQ maps a float vector to a symbolic code by comparing against a calibrated scale.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Codes are exact, so agreement is a hash comparison rather than a threshold.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The operator uses one fixed calibration scale, not a trained codebook. Cross-platform invariance still needs verification on each platform.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C1543A"/>
                </a:solidFill>
                <a:latin typeface="Calibri"/>
              </a:rPr>
              <a:t>Retracted: we previously claimed SEMQ is necessary for the index. It is not. A frozen product quantizer also works.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What survives is verification cost: one declared rule and one scalar, against a codebook of thousands of values that each need checking.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Recall@10 did not detect a serving change</a:t>
            </a:r>
          </a:p>
        </p:txBody>
      </p:sp>
      <p:pic>
        <p:nvPicPr>
          <p:cNvPr id="4" name="Picture 3" descr="01-regime-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567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BEIR SciFact, 5,183 documents, 300 queries with real relevance judgements. Grey bars are controls: new process, single thread, 4x and 16x batch. All read exactly zero, which is what makes the red bars interpretable.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the TF32 audit gap, both halves measured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01168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Condition vs fp32/CPU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R@10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delta R@10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top-10 lists 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SEMQ HER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GPU fp32, TF32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0.7833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+0.0000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[+0.0000, +0.0000]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100.00%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0.9992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GPU fp32, TF32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0.7833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+0.0000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[+0.0000, +0.0000]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96.33%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0.5267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The paired interval on delta Recall@10 is [0.0000, 0.0000] at 300 queries. A nonsignificant difference is not equivalence.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TF32-off row is the control. It associates the effect with TF32 rather than with the host change alone.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C1543A"/>
                </a:solidFill>
                <a:latin typeface="Calibri"/>
              </a:rPr>
              <a:t>Narrowed claim: retrieval *quality* is blind. Retrieval *result lists* are not. int8 changes 100% of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logit codes change while tokens do not</a:t>
            </a:r>
          </a:p>
        </p:txBody>
      </p:sp>
      <p:pic>
        <p:nvPicPr>
          <p:cNvPr id="4" name="Picture 3" descr="02-decoding-early-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509760" cy="35794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Teacher-forced: every condition is scored on the reference token sequence, so position i sees an identical context. That isolates the per-step computation from compounding divergence.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the result that goes against us</a:t>
            </a:r>
          </a:p>
        </p:txBody>
      </p:sp>
      <p:pic>
        <p:nvPicPr>
          <p:cNvPr id="4" name="Picture 3" descr="04-cost-vs-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3367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206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The top-2 margin sits at the same height and 2,000x to the left.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86% of the signal for 8 bytes per step against SEMQ's 16,000.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Both are equally bit-reproducible.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For detecting a precision change, ship the margin.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KL divergence is out for a different reason: it is second order, so it reads zero when it matters, and regrouping the arithmetic moves it 4.6%.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what survives is coverage, not sensitivity</a:t>
            </a:r>
          </a:p>
        </p:txBody>
      </p:sp>
      <p:pic>
        <p:nvPicPr>
          <p:cNvPr id="4" name="Picture 3" descr="05-tail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4024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1B1B1B"/>
                </a:solidFill>
                <a:latin typeface="Calibri"/>
              </a:rPr>
              <a:t>Move only the tail of the distribution and leave the top ranks untouched.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SEMQ does not move: 0.1289 against 0.1288.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B6E4F"/>
                </a:solidFill>
                <a:latin typeface="Calibri"/>
              </a:rPr>
              <a:t>The margin and the token statistic read exactly zero.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They are structurally blind, not merely less sensitive.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C1543A"/>
                </a:solidFill>
                <a:latin typeface="Calibri"/>
              </a:rPr>
              <a:t>Open question: does any real serving change produce tail-confined drift? A precision change does not. A token-suppression filter or an adapter might.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the estimator and its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1B1B"/>
                </a:solidFill>
                <a:latin typeface="Calibri"/>
              </a:rPr>
              <a:t>Cross-harness disagreement means nothing until you know how often one harness disagrees with itself.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F5D8A"/>
                </a:solidFill>
                <a:latin typeface="Calibri"/>
              </a:rPr>
              <a:t>E(h1, h2)  =  mean self-consistency  -  cross-harness agreement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Zero means the harnesses are interchangeable on those cases.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If a harness has one run per case, self-consistency is unmeasurable. The code refuses to report an effect rather than assuming 1.0.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Intervals resample cases, not runs, because runs of one case are not independent.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MEASUREMENT. HISTORICAL: WITHHELD FROM THE PAPER PENDING RERUN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historical analysis of 22,000 agent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Calibri"/>
                        </a:rPr>
                        <a:t>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95% CI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scaffold model=qwen35_122b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10,788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[+0.083, +0.094]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scaffold model=minimax_m25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12,195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[+0.044, +0.052]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model, scaffold=sweagent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10,674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[+0.039, +0.046]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model, scaffold=openhands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11,933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[+0.054, +0.062]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Source: nvidia/Open-SWE-Traces. SWE-agent and OpenHands, crossed with two models. Neither scaffold was built by us.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Outcome is the repository's own test suite, which the agent never saw.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Largest threat: 22% of rows were ungraded and dropped. If grading failure tracks difficulty, the surviving set is easier.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Superseded: earlier estimator and partial export. Rerun against a pinned dataset revision before quoting.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POWER. HISTORICAL: SIMULATION PREDATES THE ESTIMATOR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why the earlier plan would have failed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Pass-rate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Repeats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25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100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200 cases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0.00 (null)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6%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96%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C1543A"/>
                </a:solidFill>
                <a:latin typeface="Calibri"/>
              </a:rPr>
              <a:t>We planned to run 25 cases at 2 repeats. That design detects a 20-point gap 8% of the time.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published result that motivated the work, 24/25 against 19/25, is a 20-point gap. We would have missed it nine times in ten.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B6E4F"/>
                </a:solidFill>
                <a:latin typeface="Calibri"/>
              </a:rPr>
              <a:t>Simulated before spending the compute, not after.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ATTESTATION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Verification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Signing uses SEMQ. Repo content-addresses the artifacts, notary produces an Ed25519 sidecar.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What is signed is a manifest, not the report. It names every input by digest, so swapping the data underneath an unchanged report fails.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B6E4F"/>
                </a:solidFill>
                <a:latin typeface="Calibri"/>
              </a:rPr>
              <a:t>Verification does not require SEMQ. The standalone verifier is stdlib plus cryptography, and a test walks its import graph to prove it.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Calibri"/>
              </a:rPr>
              <a:t>Stated limits: a pass shows what was signed, not who signed it unless you pass a key you already trust. Without a timestamp authority the recorded time is the signer's own clock.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CREDIBILITY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What we retracted, and why that matters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Calibri"/>
                        </a:rPr>
                        <a:t>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Status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'SEMQ is ~300x more sensitive than retrieval'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'SEMQ is necessary for the index' (v1, seed stability)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'A frozen VQ is not verifiable' (v2)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'Serving changes are invisible to retrieval'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Narrowed to quality metrics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'SEMQ is the most sensitive decoding probe'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Withdrawn; margin is cheaper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'Self-hosted time cells satisfy the &gt;24 h gap'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Superseded; immediate repeats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'Two-encoder run shows clean batch invariance'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Superseded by seven-encoder table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'Decoding H-bar is a bit or coordinate rate'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Corrected; packed-byte rate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ARI-E contrasts and 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Withheld pending rerun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6692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B6E4F"/>
                </a:solidFill>
                <a:latin typeface="Calibri"/>
              </a:rPr>
              <a:t>Most were retracted because we tested them adversarially; the last four came from the 2026-09-16 repository audit.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Remaining claims are listed with their evidence in docs/paper/CLAIM_TO_EVIDENCE.md.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