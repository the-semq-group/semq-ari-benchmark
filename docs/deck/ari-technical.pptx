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B1B1B"/>
                </a:solidFill>
                <a:latin typeface="Calibri"/>
              </a:rPr>
              <a:t>ARI: method, measurements, and what did not survive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6E6E6E"/>
                </a:solidFill>
                <a:latin typeface="Calibri"/>
              </a:rPr>
              <a:t>Technical appendix. Every figure is generated from the results JSON.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E6E"/>
                </a:solidFill>
                <a:latin typeface="Calibri"/>
              </a:rPr>
              <a:t>Reports are Ed25519-signed. Verification is independent of our SDK.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E6E"/>
                </a:solidFill>
                <a:latin typeface="Calibri"/>
              </a:rPr>
              <a:t>INSTRUMENT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What SEMQ is, and what it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B1B1B"/>
                </a:solidFill>
                <a:latin typeface="Calibri"/>
              </a:rPr>
              <a:t>SEMQ maps a float vector to a symbolic code by comparing against a calibrated scale.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Codes are exact, so agreement is a hash comparison rather than a threshold.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Invariance follows from the operator's form, not from a trained codebook. CI asserts it on three architectures per commit.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543A"/>
                </a:solidFill>
                <a:latin typeface="Calibri"/>
              </a:rPr>
              <a:t>Retracted: we previously claimed SEMQ is necessary for the index. It is not. A frozen product quantizer also works.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What survives is verification cost: our guarantee is checkable in advance, theirs must be re-measured for every codebook shipped.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E6E"/>
                </a:solidFill>
                <a:latin typeface="Calibri"/>
              </a:rPr>
              <a:t>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ARI-R: retrieval quality is blind to a serving change</a:t>
            </a:r>
          </a:p>
        </p:txBody>
      </p:sp>
      <p:pic>
        <p:nvPicPr>
          <p:cNvPr id="4" name="Picture 3" descr="01-regime-discrim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10332720" cy="35675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E6E"/>
                </a:solidFill>
                <a:latin typeface="Calibri"/>
              </a:rPr>
              <a:t>BEIR SciFact, 5,183 documents, 300 queries with real relevance judgements. Grey bars are controls: new process, single thread, 4x and 16x batch. All read exactly zero, which is what makes the red bars interpretable.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E6E"/>
                </a:solidFill>
                <a:latin typeface="Calibri"/>
              </a:rPr>
              <a:t>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ARI-R: the TF32 audit gap, both halves measured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011680"/>
          <a:ext cx="10515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latin typeface="Calibri"/>
                        </a:rPr>
                        <a:t>Condition vs fp32/CPU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latin typeface="Calibri"/>
                        </a:rPr>
                        <a:t>R@10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latin typeface="Calibri"/>
                        </a:rPr>
                        <a:t>delta R@10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latin typeface="Calibri"/>
                        </a:rPr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latin typeface="Calibri"/>
                        </a:rPr>
                        <a:t>top-10 lists 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latin typeface="Calibri"/>
                        </a:rPr>
                        <a:t>SEMQ HER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GPU fp32, TF32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latin typeface="Calibri"/>
                        </a:rPr>
                        <a:t>0.7833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latin typeface="Calibri"/>
                        </a:rPr>
                        <a:t>+0.0000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latin typeface="Calibri"/>
                        </a:rPr>
                        <a:t>[+0.0000, +0.0000]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latin typeface="Calibri"/>
                        </a:rP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latin typeface="Calibri"/>
                        </a:rPr>
                        <a:t>0.9992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6E4F"/>
                          </a:solidFill>
                          <a:latin typeface="Calibri"/>
                        </a:rPr>
                        <a:t>GPU fp32, TF32 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6E4F"/>
                          </a:solidFill>
                          <a:latin typeface="Calibri"/>
                        </a:rPr>
                        <a:t>0.7833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6E4F"/>
                          </a:solidFill>
                          <a:latin typeface="Calibri"/>
                        </a:rPr>
                        <a:t>+0.0000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6E4F"/>
                          </a:solidFill>
                          <a:latin typeface="Calibri"/>
                        </a:rPr>
                        <a:t>[+0.0000, +0.0000]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6E4F"/>
                          </a:solidFill>
                          <a:latin typeface="Calibri"/>
                        </a:rPr>
                        <a:t>96.33%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6E4F"/>
                          </a:solidFill>
                          <a:latin typeface="Calibri"/>
                        </a:rPr>
                        <a:t>0.5267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114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B1B1B"/>
                </a:solidFill>
                <a:latin typeface="Calibri"/>
              </a:rPr>
              <a:t>The CI on the quality metric is exactly [0.0000, 0.0000]. Not small. Zero.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The TF32-off row is the control. It rules out 'the GPU did it'.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C1543A"/>
                </a:solidFill>
                <a:latin typeface="Calibri"/>
              </a:rPr>
              <a:t>Narrowed claim: retrieval *quality* is blind. Retrieval *result lists* are not. int8 changes 100% of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E6E"/>
                </a:solidFill>
                <a:latin typeface="Calibri"/>
              </a:rPr>
              <a:t>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ARI-D: the logits move before the tokens</a:t>
            </a:r>
          </a:p>
        </p:txBody>
      </p:sp>
      <p:pic>
        <p:nvPicPr>
          <p:cNvPr id="4" name="Picture 3" descr="02-decoding-early-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554480"/>
            <a:ext cx="9509760" cy="35794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E6E"/>
                </a:solidFill>
                <a:latin typeface="Calibri"/>
              </a:rPr>
              <a:t>Teacher-forced: every condition is scored on the reference token sequence, so position i sees an identical context. That isolates the per-step computation from compounding divergence.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E6E"/>
                </a:solidFill>
                <a:latin typeface="Calibri"/>
              </a:rPr>
              <a:t>ADVERSARIAL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ARI-D: the result that goes against us</a:t>
            </a:r>
          </a:p>
        </p:txBody>
      </p:sp>
      <p:pic>
        <p:nvPicPr>
          <p:cNvPr id="4" name="Picture 3" descr="04-cost-vs-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766560" cy="43367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737360"/>
            <a:ext cx="4206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C1543A"/>
                </a:solidFill>
                <a:latin typeface="Calibri"/>
              </a:rPr>
              <a:t>The top-2 margin sits at the same height and 2,000x to the left.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86% of the signal for 8 bytes per step against SEMQ's 16,000.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Both are equally bit-reproducible.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C1543A"/>
                </a:solidFill>
                <a:latin typeface="Calibri"/>
              </a:rPr>
              <a:t>For detecting a precision change, ship the margin.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/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KL divergence is out for a different reason: it is second order, so it reads zero when it matters, and regrouping the arithmetic moves it 4.6%.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E6E"/>
                </a:solidFill>
                <a:latin typeface="Calibri"/>
              </a:rPr>
              <a:t>ADVERSARIAL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ARI-D: what survives is coverage, not sensitivity</a:t>
            </a:r>
          </a:p>
        </p:txBody>
      </p:sp>
      <p:pic>
        <p:nvPicPr>
          <p:cNvPr id="4" name="Picture 3" descr="05-tail-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949440" cy="40248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73736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1B1B1B"/>
                </a:solidFill>
                <a:latin typeface="Calibri"/>
              </a:rPr>
              <a:t>Move only the tail of the distribution and leave the top ranks untouched.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SEMQ does not move: 0.1289 against 0.1288.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B6E4F"/>
                </a:solidFill>
                <a:latin typeface="Calibri"/>
              </a:rPr>
              <a:t>The margin and the token statistic read exactly zero.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They are structurally blind, not merely less sensitive.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/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C1543A"/>
                </a:solidFill>
                <a:latin typeface="Calibri"/>
              </a:rPr>
              <a:t>Open question: does any real serving change produce tail-confined drift? A precision change does not. A token-suppression filter or an adapter might.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E6E"/>
                </a:solidFill>
                <a:latin typeface="Calibri"/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Verification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B1B1B"/>
                </a:solidFill>
                <a:latin typeface="Calibri"/>
              </a:rPr>
              <a:t>Signing uses SEMQ. Repo content-addresses the artifacts, notary produces an Ed25519 sidecar.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What is signed is a manifest, not the report. It names every input by digest, so swapping the data underneath an unchanged report fails.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B6E4F"/>
                </a:solidFill>
                <a:latin typeface="Calibri"/>
              </a:rPr>
              <a:t>Verification does not require SEMQ. The standalone verifier is stdlib plus cryptography, and a test walks its import graph to prove it.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/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6E6E6E"/>
                </a:solidFill>
                <a:latin typeface="Calibri"/>
              </a:rPr>
              <a:t>Stated limits: a pass shows what was signed, not who signed it unless you pass a key you already trust. Without a timestamp authority the recorded time is the signer's own clock.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E6E"/>
                </a:solidFill>
                <a:latin typeface="Calibri"/>
              </a:rPr>
              <a:t>CREDIBILITY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What we retracted, and why that matters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latin typeface="Calibri"/>
                        </a:rPr>
                        <a:t>Status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'SEMQ is ~300x more sensitive than retrieval'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latin typeface="Calibri"/>
                        </a:rPr>
                        <a:t>Retracted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'SEMQ is necessary for the index' (v1, seed stability)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latin typeface="Calibri"/>
                        </a:rPr>
                        <a:t>Retracted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'A frozen VQ is not verifiable' (v2)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latin typeface="Calibri"/>
                        </a:rPr>
                        <a:t>Retracted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'Serving changes are invisible to retrieval'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latin typeface="Calibri"/>
                        </a:rPr>
                        <a:t>Narrowed to quality metrics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'SEMQ is the most sensitive decoding probe'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latin typeface="Calibri"/>
                        </a:rPr>
                        <a:t>Withdrawn; margin is cheaper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0292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B6E4F"/>
                </a:solidFill>
                <a:latin typeface="Calibri"/>
              </a:rPr>
              <a:t>Each was retracted because we tested it adversarially and it failed, not because someone else caught it.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The claims that remain have survived that process.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