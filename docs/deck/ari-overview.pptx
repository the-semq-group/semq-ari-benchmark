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B1B1B"/>
                </a:solidFill>
                <a:latin typeface="Calibri"/>
              </a:rPr>
              <a:t>Measuring whether an AI system does the same thing twice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6E6E6E"/>
                </a:solidFill>
                <a:latin typeface="Calibri"/>
              </a:rPr>
              <a:t>ARI: two indices for agent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E6E6E"/>
                </a:solidFill>
                <a:latin typeface="Calibri"/>
              </a:rPr>
              <a:t>Every number in this deck is read from a signed measurement. Verification instructions on the last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The problem: your dashboard cannot see 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A model provider changes how your model is served. Nothing tells you.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They move it to different hardware, or serve it at lower precision to cut cost.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The API still returns 200. Latency looks normal. Quality dashboards do not move.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F5D8A"/>
                </a:solidFill>
                <a:latin typeface="Calibri"/>
              </a:rPr>
              <a:t>Regulators now require reproducibility: EU AI Act Art. 15, NIST AI RMF, US Treasury AI RMF.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C1543A"/>
                </a:solidFill>
                <a:latin typeface="Calibri"/>
              </a:rPr>
              <a:t>None of them define how to measure it. There is no standard instrument.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This is the gap ARI fills.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Two layers, two different questions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libri"/>
                        </a:rPr>
                        <a:t>Question it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libri"/>
                        </a:rPr>
                        <a:t>Who buys it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ARI-R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Does the same input give the same internal representation?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Risk, compliance, platform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ARI-D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Does the same context produce the same next token?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Anyone on a hosted model API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72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B1B1B"/>
                </a:solidFill>
                <a:latin typeface="Calibri"/>
              </a:rPr>
              <a:t>Why two and not one: an index that only measures embeddings overstates what it covers.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B6E4F"/>
                </a:solidFill>
                <a:latin typeface="Calibri"/>
              </a:rPr>
              <a:t>Splitting it turns every gap into a roadmap item instead of a hole.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USE CASE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ARI-R: the audit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You certify a model on your own hardware. Your vendor serves it on theirs.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Same weights. Same precision setting on paper. One switch differs: TF32.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83464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What you would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libri"/>
                        </a:rPr>
                        <a:t>TF32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libri"/>
                        </a:rPr>
                        <a:t>TF32 on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Recall@10, the quality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unchanged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unchanged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6E4F"/>
                          </a:solidFill>
                          <a:latin typeface="Calibri"/>
                        </a:rPr>
                        <a:t>SEMQ code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6E4F"/>
                          </a:solidFill>
                          <a:latin typeface="Calibri"/>
                        </a:rPr>
                        <a:t>0.9992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6E4F"/>
                          </a:solidFill>
                          <a:latin typeface="Calibri"/>
                        </a:rPr>
                        <a:t>0.5267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The audited system and the served system disagree on 47% of documents. Retrieval quality moves by exactly zero. Turning TF32 off restores agreement, which is what attributes the effect to that one switch.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USE CASE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ARI-D: the silent downgrade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A provider quietly serves your model at lower precision. Your outputs look fine.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5603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libri"/>
                        </a:rPr>
                        <a:t>Reading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Text your users see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100% identical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Tokens emitted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100% identical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6E4F"/>
                          </a:solidFill>
                          <a:latin typeface="Calibri"/>
                        </a:rPr>
                        <a:t>ARI-D: steps where the instrument saw a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6E4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Output comparison is silent across the entire run. The instrument reads the change at every step. That is the difference between finding out now and finding out from a customer.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WHY IT IS CREDIBLE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Anyone can check our numbers without trusting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1B1B1B"/>
                </a:solidFill>
                <a:latin typeface="Calibri"/>
              </a:rPr>
              <a:t>Every report is cryptographically signed and bound to the exact data it came from.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Change the report, or the data underneath it, and verification fails.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0B6E4F"/>
                </a:solidFill>
                <a:latin typeface="Calibri"/>
              </a:rPr>
              <a:t>The verifier is 175 lines and does not use our software.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1B1B1B"/>
                </a:solidFill>
                <a:latin typeface="Calibri"/>
              </a:rPr>
              <a:t>A standard whose verification requires the vendor's code is not a standard.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6E4F"/>
                </a:solidFill>
                <a:latin typeface="Calibri"/>
              </a:rPr>
              <a:t>python verify_report.py regime_matrix.json --expect-key &lt;key&gt;   -&gt;   ALL CHECKS PASSED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Calibri"/>
              </a:rPr>
              <a:t>HONEST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B1B1B"/>
                </a:solidFill>
                <a:latin typeface="Calibri"/>
              </a:rPr>
              <a:t>Where we actually 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Calibri"/>
                        </a:rP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latin typeface="Calibri"/>
                        </a:rPr>
                        <a:t>Strength of the evidence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ARI-R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Measured on CPU and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Strong. The TF32 result is clean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latin typeface="Calibri"/>
                        </a:rPr>
                        <a:t>ARI-D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Measured on two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latin typeface="Calibri"/>
                        </a:rPr>
                        <a:t>Real, but a cheaper statistic competes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48056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1543A"/>
                </a:solidFill>
                <a:latin typeface="Calibri"/>
              </a:rPr>
              <a:t>Known weakness, stated up front: at the decoding layer a simple top-2 margin statistic gets 86% of the signal for a fraction of the storage.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1B1B"/>
                </a:solidFill>
                <a:latin typeface="Calibri"/>
              </a:rPr>
              <a:t>What survives is coverage. It sees changes the cheap statistic is structurally blind to. The technical deck has the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