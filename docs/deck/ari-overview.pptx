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1B1B1B"/>
                </a:solidFill>
                <a:latin typeface="Calibri"/>
              </a:rPr>
              <a:t>Measuring whether an AI system does the same thing twice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5661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6E6E6E"/>
                </a:solidFill>
                <a:latin typeface="Calibri"/>
              </a:rPr>
              <a:t>ARI: three indices for agent reproducibility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E6E6E"/>
                </a:solidFill>
                <a:latin typeface="Calibri"/>
              </a:rPr>
              <a:t>Numbers are read from the experiment JSON in this repository. Slide 2 lists statements superseded by the 2026-09-16 audit.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E6E6E"/>
                </a:solidFill>
                <a:latin typeface="Calibri"/>
              </a:rPr>
              <a:t>READ FIRST: 2026-09-16 REPOSITORY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B1B1B"/>
                </a:solidFill>
                <a:latin typeface="Calibri"/>
              </a:rPr>
              <a:t>Superseded statements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1B1B1B"/>
                </a:solidFill>
                <a:latin typeface="Calibri"/>
              </a:rPr>
              <a:t>This deck is a historical presentation artifact, regenerated from the experiment JSON on 2026-09-16. It is not maintained scientific evidence. Use the paper and docs/REPOSITORY_AUDIT.md for current claims.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C1543A"/>
                </a:solidFill>
                <a:latin typeface="Calibri"/>
              </a:rPr>
              <a:t>ARI-E slides: the harness-effect numbers come from an earlier estimator and a partial trajectory export. The paper withholds them pending a rerun.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C1543A"/>
                </a:solidFill>
                <a:latin typeface="Calibri"/>
              </a:rPr>
              <a:t>Self-hosted `time` cells were immediate repeats, not captures after a gap greater than 24 hours. The self-hosted comparable core is incomplete.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1B1B1B"/>
                </a:solidFill>
                <a:latin typeface="Calibri"/>
              </a:rPr>
              <a:t>A nonsignificant Recall@10 difference is not equivalence. Ranked result lists did change under the same conditions.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1B1B1B"/>
                </a:solidFill>
                <a:latin typeface="Calibri"/>
              </a:rPr>
              <a:t>'Early warning' means a changed code at a step whose token did not change. It is not a validated predictor of later failure.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1B1B1B"/>
                </a:solidFill>
                <a:latin typeface="Calibri"/>
              </a:rPr>
              <a:t>TF32 and kernel-selection mechanism statements are consistent with the data but were not established by profiling.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1B1B1B"/>
                </a:solidFill>
                <a:latin typeface="Calibri"/>
              </a:rPr>
              <a:t>Decoding disagreement rates labelled H-bar are packed-byte rates, not bit or coordinate rates.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6E6E6E"/>
                </a:solidFill>
                <a:latin typeface="Calibri"/>
              </a:rPr>
              <a:t>Index of superseded statements: docs/RETIRED_CLAIMS.md.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E6E6E"/>
                </a:solidFill>
                <a:latin typeface="Calibri"/>
              </a:rPr>
              <a:t>THE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B1B1B"/>
                </a:solidFill>
                <a:latin typeface="Calibri"/>
              </a:rPr>
              <a:t>The problem: your dashboard cannot see the 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1B1B1B"/>
                </a:solidFill>
                <a:latin typeface="Calibri"/>
              </a:rPr>
              <a:t>A model provider changes how your model is served. Nothing tells you.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1B1B1B"/>
                </a:solidFill>
                <a:latin typeface="Calibri"/>
              </a:rPr>
              <a:t>They move it to different hardware, or serve it at lower precision to cut cost.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1B1B1B"/>
                </a:solidFill>
                <a:latin typeface="Calibri"/>
              </a:rPr>
              <a:t>The API still returns 200. Latency looks normal. Quality dashboards do not move.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2F5D8A"/>
                </a:solidFill>
                <a:latin typeface="Calibri"/>
              </a:rPr>
              <a:t>Regulators now require reproducibility: EU AI Act Art. 15, NIST AI RMF, US Treasury AI RMF.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C1543A"/>
                </a:solidFill>
                <a:latin typeface="Calibri"/>
              </a:rPr>
              <a:t>None of them define how to measure it. There is no standard instrument.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E6E6E"/>
                </a:solidFill>
                <a:latin typeface="Calibri"/>
              </a:rPr>
              <a:t>This is the gap ARI fills.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E6E6E"/>
                </a:solidFill>
                <a:latin typeface="Calibri"/>
              </a:rPr>
              <a:t>THE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B1B1B"/>
                </a:solidFill>
                <a:latin typeface="Calibri"/>
              </a:rPr>
              <a:t>Three layers, three different questions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920240"/>
          <a:ext cx="10515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latin typeface="Calibri"/>
                        </a:rPr>
                        <a:t>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latin typeface="Calibri"/>
                        </a:rPr>
                        <a:t>Question it answers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latin typeface="Calibri"/>
                        </a:rPr>
                        <a:t>Who buys it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ARI-R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latin typeface="Calibri"/>
                        </a:rPr>
                        <a:t>Does the same input give the same internal representation?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latin typeface="Calibri"/>
                        </a:rPr>
                        <a:t>Risk, compliance, platform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ARI-D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latin typeface="Calibri"/>
                        </a:rPr>
                        <a:t>Does the same context produce the same next token?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latin typeface="Calibri"/>
                        </a:rPr>
                        <a:t>Anyone on a hosted model API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ARI-E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latin typeface="Calibri"/>
                        </a:rPr>
                        <a:t>Does the scaffold or the model decide the outcome?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latin typeface="Calibri"/>
                        </a:rPr>
                        <a:t>Anyone publishing agent benchmarks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45720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1B1B1B"/>
                </a:solidFill>
                <a:latin typeface="Calibri"/>
              </a:rPr>
              <a:t>Why three and not one: an index called 'agent reproducibility' that only measures embeddings overstates what it covers.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B6E4F"/>
                </a:solidFill>
                <a:latin typeface="Calibri"/>
              </a:rPr>
              <a:t>Splitting it turns every gap into a roadmap item instead of a hole.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E6E6E"/>
                </a:solidFill>
                <a:latin typeface="Calibri"/>
              </a:rPr>
              <a:t>USE CASE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B1B1B"/>
                </a:solidFill>
                <a:latin typeface="Calibri"/>
              </a:rPr>
              <a:t>ARI-R: the audit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1B1B1B"/>
                </a:solidFill>
                <a:latin typeface="Calibri"/>
              </a:rPr>
              <a:t>You certify a model on your own hardware. Your vendor serves it on theirs.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1B1B1B"/>
                </a:solidFill>
                <a:latin typeface="Calibri"/>
              </a:rPr>
              <a:t>Same weights. Same precision setting on paper. One switch differs: TF32.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834640"/>
          <a:ext cx="10515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latin typeface="Calibri"/>
                        </a:rPr>
                        <a:t>What you would check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latin typeface="Calibri"/>
                        </a:rPr>
                        <a:t>TF32 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latin typeface="Calibri"/>
                        </a:rPr>
                        <a:t>TF32 on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Recall@10, the quality 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latin typeface="Calibri"/>
                        </a:rPr>
                        <a:t>unchanged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latin typeface="Calibri"/>
                        </a:rPr>
                        <a:t>unchanged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6E4F"/>
                          </a:solidFill>
                          <a:latin typeface="Calibri"/>
                        </a:rPr>
                        <a:t>SEMQ code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B6E4F"/>
                          </a:solidFill>
                          <a:latin typeface="Calibri"/>
                        </a:rPr>
                        <a:t>0.9992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B6E4F"/>
                          </a:solidFill>
                          <a:latin typeface="Calibri"/>
                        </a:rPr>
                        <a:t>0.5267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663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B1B1B"/>
                </a:solidFill>
                <a:latin typeface="Calibri"/>
              </a:rPr>
              <a:t>The audited system and the served system disagree on 47% of documents. No Recall@10 change was detected; a nonsignificant difference is not equivalence. Turning TF32 off restores agreement, which associates the effect with that one switch.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E6E6E"/>
                </a:solidFill>
                <a:latin typeface="Calibri"/>
              </a:rPr>
              <a:t>USE CASE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B1B1B"/>
                </a:solidFill>
                <a:latin typeface="Calibri"/>
              </a:rPr>
              <a:t>ARI-D: the silent downgrade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1B1B1B"/>
                </a:solidFill>
                <a:latin typeface="Calibri"/>
              </a:rPr>
              <a:t>A provider quietly serves your model at lower precision. Your outputs look fine.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560320"/>
          <a:ext cx="10515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latin typeface="Calibri"/>
                        </a:rPr>
                        <a:t>Signal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latin typeface="Calibri"/>
                        </a:rPr>
                        <a:t>Reading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Text your users see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latin typeface="Calibri"/>
                        </a:rPr>
                        <a:t>100% identical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Tokens emitted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latin typeface="Calibri"/>
                        </a:rPr>
                        <a:t>100% identical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6E4F"/>
                          </a:solidFill>
                          <a:latin typeface="Calibri"/>
                        </a:rPr>
                        <a:t>ARI-D: steps where the instrument saw a change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B6E4F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846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B1B1B"/>
                </a:solidFill>
                <a:latin typeface="Calibri"/>
              </a:rPr>
              <a:t>Output comparison is silent across the entire run. The instrument reads a code change at every step while the token is unchanged. This is contemporaneous disagreement, not a validated predictor of later failure.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E6E6E"/>
                </a:solidFill>
                <a:latin typeface="Calibri"/>
              </a:rPr>
              <a:t>USE CASE 3. HISTORICAL: WITHHELD FROM THE PAPER PENDING RERUN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B1B1B"/>
                </a:solidFill>
                <a:latin typeface="Calibri"/>
              </a:rPr>
              <a:t>ARI-E: was it the model, or the wrapper?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1B1B1B"/>
                </a:solidFill>
                <a:latin typeface="Calibri"/>
              </a:rPr>
              <a:t>Two agent products run the identical model. One scores higher. Which one did the work?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1B1B1B"/>
                </a:solidFill>
                <a:latin typeface="Calibri"/>
              </a:rPr>
              <a:t>Measured on 22,000 real agent runs across two widely used scaffolds.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926080"/>
          <a:ext cx="10515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latin typeface="Calibri"/>
                        </a:rPr>
                        <a:t>What changed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latin typeface="Calibri"/>
                        </a:rPr>
                        <a:t>How much it decided the outcome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B6E4F"/>
                          </a:solidFill>
                          <a:latin typeface="Calibri"/>
                        </a:rPr>
                        <a:t>The scaffold around the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0B6E4F"/>
                          </a:solidFill>
                          <a:latin typeface="Calibri"/>
                        </a:rPr>
                        <a:t>+0.069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latin typeface="Calibri"/>
                        </a:rPr>
                        <a:t>The model itself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latin typeface="Calibri"/>
                        </a:rPr>
                        <a:t>+0.050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937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C1543A"/>
                </a:solidFill>
                <a:latin typeface="Calibri"/>
              </a:rPr>
              <a:t>Historical reading: the wrapper effect exceeded the model effect for these pairs. Superseded: earlier estimator, partial export; not a current result.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E6E6E"/>
                </a:solidFill>
                <a:latin typeface="Calibri"/>
              </a:rPr>
              <a:t>WHY THIS IS HARD TO COPY. HISTORICAL NUMBERS, SEE SLIDE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B1B1B"/>
                </a:solidFill>
                <a:latin typeface="Calibri"/>
              </a:rPr>
              <a:t>The control is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1B1B1B"/>
                </a:solidFill>
                <a:latin typeface="Calibri"/>
              </a:rPr>
              <a:t>Agents disagree with themselves 10-13% of the time. Anyone can diff two systems. Almost nobody subtracts that noise.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1B1B1B"/>
                </a:solidFill>
                <a:latin typeface="Calibri"/>
              </a:rPr>
              <a:t/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743200"/>
          <a:ext cx="10515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latin typeface="Calibri"/>
                        </a:rPr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latin typeface="Calibri"/>
                        </a:rPr>
                        <a:t>Reported effect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C1543A"/>
                          </a:solidFill>
                          <a:latin typeface="Calibri"/>
                        </a:rPr>
                        <a:t>Naive difference between the two scaffolds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C1543A"/>
                          </a:solidFill>
                          <a:latin typeface="Calibri"/>
                        </a:rPr>
                        <a:t>21.5%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B6E4F"/>
                          </a:solidFill>
                          <a:latin typeface="Calibri"/>
                        </a:rPr>
                        <a:t>ARI-E, after removing the agent's own noise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0B6E4F"/>
                          </a:solidFill>
                          <a:latin typeface="Calibri"/>
                        </a:rPr>
                        <a:t>8.9%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754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B1B1B"/>
                </a:solidFill>
                <a:latin typeface="Calibri"/>
              </a:rPr>
              <a:t>In the historical run the control removed 59-74% of the apparent effect. The estimator has since been corrected and the numbers await a rerun; the method point stands, the values do not.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E6E6E"/>
                </a:solidFill>
                <a:latin typeface="Calibri"/>
              </a:rPr>
              <a:t>WHY IT IS CREDIBLE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B1B1B"/>
                </a:solidFill>
                <a:latin typeface="Calibri"/>
              </a:rPr>
              <a:t>Anyone can check our numbers without trusting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1B1B1B"/>
                </a:solidFill>
                <a:latin typeface="Calibri"/>
              </a:rPr>
              <a:t>Every report is cryptographically signed and bound to the exact data it came from.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1B1B1B"/>
                </a:solidFill>
                <a:latin typeface="Calibri"/>
              </a:rPr>
              <a:t>Change the report, or the data underneath it, and verification fails.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0B6E4F"/>
                </a:solidFill>
                <a:latin typeface="Calibri"/>
              </a:rPr>
              <a:t>The verifier uses the Python standard library and `cryptography`. It does not import the SDK or the harness.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1B1B1B"/>
                </a:solidFill>
                <a:latin typeface="Calibri"/>
              </a:rPr>
              <a:t>A standard whose verification requires the vendor's code is not a standard.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120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0B6E4F"/>
                </a:solidFill>
                <a:latin typeface="Calibri"/>
              </a:rPr>
              <a:t>python verify_report.py harness_effect.json --expect-key &lt;key&gt;   -&gt;   ALL CHECKS PASSED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E6E6E"/>
                </a:solidFill>
                <a:latin typeface="Calibri"/>
              </a:rPr>
              <a:t>HONEST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B1B1B"/>
                </a:solidFill>
                <a:latin typeface="Calibri"/>
              </a:rPr>
              <a:t>Where we actually are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828800"/>
          <a:ext cx="10515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latin typeface="Calibri"/>
                        </a:rPr>
                        <a:t>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latin typeface="Calibri"/>
                        </a:rPr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latin typeface="Calibri"/>
                        </a:rPr>
                        <a:t>Strength of the evidence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ARI-R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latin typeface="Calibri"/>
                        </a:rPr>
                        <a:t>Measured on CPU and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latin typeface="Calibri"/>
                        </a:rPr>
                        <a:t>TF32 association replicated; attribution needs profiling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ARI-D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latin typeface="Calibri"/>
                        </a:rPr>
                        <a:t>Measured on two models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latin typeface="Calibri"/>
                        </a:rPr>
                        <a:t>Real, but a cheaper statistic competes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ARI-E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latin typeface="Calibri"/>
                        </a:rPr>
                        <a:t>Historical analysis, withheld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latin typeface="Calibri"/>
                        </a:rPr>
                        <a:t>Pending rerun with the corrected estimator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44805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C1543A"/>
                </a:solidFill>
                <a:latin typeface="Calibri"/>
              </a:rPr>
              <a:t>Known weakness, stated up front: at the decoding layer a simple top-2 margin statistic gets 86% of the signal for a fraction of the storage.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1B1B"/>
                </a:solidFill>
                <a:latin typeface="Calibri"/>
              </a:rPr>
              <a:t>What survives is coverage. It sees changes the cheap statistic is structurally blind to. The technical deck's tail-coverage slide has the evidence.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